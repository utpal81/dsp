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0FF36-CFE0-4492-8D13-220DDB0D5D8F}" v="7" dt="2026-08-10T05:04:45.461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pal das" userId="fcd3c5269f37b5c2" providerId="LiveId" clId="{E420B942-D321-47AF-B9DC-51165C014265}"/>
    <pc:docChg chg="undo custSel delSld modSld">
      <pc:chgData name="utpal das" userId="fcd3c5269f37b5c2" providerId="LiveId" clId="{E420B942-D321-47AF-B9DC-51165C014265}" dt="2026-08-10T05:12:30.042" v="433" actId="207"/>
      <pc:docMkLst>
        <pc:docMk/>
      </pc:docMkLst>
      <pc:sldChg chg="addSp modSp mod">
        <pc:chgData name="utpal das" userId="fcd3c5269f37b5c2" providerId="LiveId" clId="{E420B942-D321-47AF-B9DC-51165C014265}" dt="2026-08-10T04:39:38.826" v="9" actId="12385"/>
        <pc:sldMkLst>
          <pc:docMk/>
          <pc:sldMk cId="0" sldId="257"/>
        </pc:sldMkLst>
        <pc:spChg chg="mod">
          <ac:chgData name="utpal das" userId="fcd3c5269f37b5c2" providerId="LiveId" clId="{E420B942-D321-47AF-B9DC-51165C014265}" dt="2026-08-10T04:37:55.812" v="0" actId="6549"/>
          <ac:spMkLst>
            <pc:docMk/>
            <pc:sldMk cId="0" sldId="257"/>
            <ac:spMk id="3" creationId="{00000000-0000-0000-0000-000000000000}"/>
          </ac:spMkLst>
        </pc:spChg>
        <pc:graphicFrameChg chg="add mod modGraphic">
          <ac:chgData name="utpal das" userId="fcd3c5269f37b5c2" providerId="LiveId" clId="{E420B942-D321-47AF-B9DC-51165C014265}" dt="2026-08-10T04:39:38.826" v="9" actId="12385"/>
          <ac:graphicFrameMkLst>
            <pc:docMk/>
            <pc:sldMk cId="0" sldId="257"/>
            <ac:graphicFrameMk id="4" creationId="{86D8011B-06BE-915C-3DBC-8F1483FE6FFC}"/>
          </ac:graphicFrameMkLst>
        </pc:graphicFrameChg>
      </pc:sldChg>
      <pc:sldChg chg="addSp delSp modSp mod">
        <pc:chgData name="utpal das" userId="fcd3c5269f37b5c2" providerId="LiveId" clId="{E420B942-D321-47AF-B9DC-51165C014265}" dt="2026-08-10T05:10:36.986" v="420" actId="14100"/>
        <pc:sldMkLst>
          <pc:docMk/>
          <pc:sldMk cId="0" sldId="258"/>
        </pc:sldMkLst>
        <pc:spChg chg="mod">
          <ac:chgData name="utpal das" userId="fcd3c5269f37b5c2" providerId="LiveId" clId="{E420B942-D321-47AF-B9DC-51165C014265}" dt="2026-08-10T04:44:23.693" v="62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40:23.626" v="14" actId="21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utpal das" userId="fcd3c5269f37b5c2" providerId="LiveId" clId="{E420B942-D321-47AF-B9DC-51165C014265}" dt="2026-08-10T04:40:52.232" v="17" actId="22"/>
          <ac:spMkLst>
            <pc:docMk/>
            <pc:sldMk cId="0" sldId="258"/>
            <ac:spMk id="6" creationId="{F140CDFF-8887-A202-6590-D0B578DCCB42}"/>
          </ac:spMkLst>
        </pc:spChg>
        <pc:spChg chg="add mod">
          <ac:chgData name="utpal das" userId="fcd3c5269f37b5c2" providerId="LiveId" clId="{E420B942-D321-47AF-B9DC-51165C014265}" dt="2026-08-10T05:10:36.986" v="420" actId="14100"/>
          <ac:spMkLst>
            <pc:docMk/>
            <pc:sldMk cId="0" sldId="258"/>
            <ac:spMk id="12" creationId="{F65DA1F5-7C02-2E51-B0B6-DAB918DCD8F0}"/>
          </ac:spMkLst>
        </pc:spChg>
        <pc:picChg chg="add del mod">
          <ac:chgData name="utpal das" userId="fcd3c5269f37b5c2" providerId="LiveId" clId="{E420B942-D321-47AF-B9DC-51165C014265}" dt="2026-08-10T04:41:14.849" v="23" actId="22"/>
          <ac:picMkLst>
            <pc:docMk/>
            <pc:sldMk cId="0" sldId="258"/>
            <ac:picMk id="8" creationId="{82C30ED9-4497-7D20-97C9-B64D54BDACDB}"/>
          </ac:picMkLst>
        </pc:picChg>
        <pc:picChg chg="add del mod">
          <ac:chgData name="utpal das" userId="fcd3c5269f37b5c2" providerId="LiveId" clId="{E420B942-D321-47AF-B9DC-51165C014265}" dt="2026-08-10T04:41:22.168" v="27" actId="22"/>
          <ac:picMkLst>
            <pc:docMk/>
            <pc:sldMk cId="0" sldId="258"/>
            <ac:picMk id="10" creationId="{7CD03D99-BAE9-DE1B-C84E-3D5BDB8BF21A}"/>
          </ac:picMkLst>
        </pc:picChg>
      </pc:sldChg>
      <pc:sldChg chg="addSp delSp modSp mod">
        <pc:chgData name="utpal das" userId="fcd3c5269f37b5c2" providerId="LiveId" clId="{E420B942-D321-47AF-B9DC-51165C014265}" dt="2026-08-10T05:11:03.769" v="423" actId="207"/>
        <pc:sldMkLst>
          <pc:docMk/>
          <pc:sldMk cId="0" sldId="259"/>
        </pc:sldMkLst>
        <pc:spChg chg="mod">
          <ac:chgData name="utpal das" userId="fcd3c5269f37b5c2" providerId="LiveId" clId="{E420B942-D321-47AF-B9DC-51165C014265}" dt="2026-08-10T04:47:35.256" v="96" actId="1076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44:51.762" v="72" actId="478"/>
          <ac:spMkLst>
            <pc:docMk/>
            <pc:sldMk cId="0" sldId="259"/>
            <ac:spMk id="4" creationId="{00000000-0000-0000-0000-000000000000}"/>
          </ac:spMkLst>
        </pc:spChg>
        <pc:spChg chg="add del">
          <ac:chgData name="utpal das" userId="fcd3c5269f37b5c2" providerId="LiveId" clId="{E420B942-D321-47AF-B9DC-51165C014265}" dt="2026-08-10T04:42:58.444" v="52" actId="22"/>
          <ac:spMkLst>
            <pc:docMk/>
            <pc:sldMk cId="0" sldId="259"/>
            <ac:spMk id="6" creationId="{59CEF171-9F45-7FD4-8CC6-70F38A6CB04C}"/>
          </ac:spMkLst>
        </pc:spChg>
        <pc:spChg chg="add mod">
          <ac:chgData name="utpal das" userId="fcd3c5269f37b5c2" providerId="LiveId" clId="{E420B942-D321-47AF-B9DC-51165C014265}" dt="2026-08-10T05:11:01.840" v="422" actId="207"/>
          <ac:spMkLst>
            <pc:docMk/>
            <pc:sldMk cId="0" sldId="259"/>
            <ac:spMk id="8" creationId="{B7827541-ED74-0BE1-9801-8396D5A49D60}"/>
          </ac:spMkLst>
        </pc:spChg>
        <pc:spChg chg="add mod">
          <ac:chgData name="utpal das" userId="fcd3c5269f37b5c2" providerId="LiveId" clId="{E420B942-D321-47AF-B9DC-51165C014265}" dt="2026-08-10T05:11:03.769" v="423" actId="207"/>
          <ac:spMkLst>
            <pc:docMk/>
            <pc:sldMk cId="0" sldId="259"/>
            <ac:spMk id="10" creationId="{764D8795-087E-8262-4C59-225BFB02E171}"/>
          </ac:spMkLst>
        </pc:spChg>
        <pc:spChg chg="add del">
          <ac:chgData name="utpal das" userId="fcd3c5269f37b5c2" providerId="LiveId" clId="{E420B942-D321-47AF-B9DC-51165C014265}" dt="2026-08-10T04:47:11.267" v="89" actId="22"/>
          <ac:spMkLst>
            <pc:docMk/>
            <pc:sldMk cId="0" sldId="259"/>
            <ac:spMk id="12" creationId="{EBF4D97F-3D88-B463-2789-42313CB09F93}"/>
          </ac:spMkLst>
        </pc:spChg>
        <pc:spChg chg="add mod">
          <ac:chgData name="utpal das" userId="fcd3c5269f37b5c2" providerId="LiveId" clId="{E420B942-D321-47AF-B9DC-51165C014265}" dt="2026-08-10T05:10:58.948" v="421" actId="207"/>
          <ac:spMkLst>
            <pc:docMk/>
            <pc:sldMk cId="0" sldId="259"/>
            <ac:spMk id="14" creationId="{6A11A08C-BEEA-D216-2456-5D71A31943D0}"/>
          </ac:spMkLst>
        </pc:spChg>
        <pc:spChg chg="add mod">
          <ac:chgData name="utpal das" userId="fcd3c5269f37b5c2" providerId="LiveId" clId="{E420B942-D321-47AF-B9DC-51165C014265}" dt="2026-08-10T04:49:14.488" v="137" actId="1076"/>
          <ac:spMkLst>
            <pc:docMk/>
            <pc:sldMk cId="0" sldId="259"/>
            <ac:spMk id="15" creationId="{24BFF77E-C7EE-F209-F189-D73FE7E13F9E}"/>
          </ac:spMkLst>
        </pc:spChg>
        <pc:spChg chg="add mod">
          <ac:chgData name="utpal das" userId="fcd3c5269f37b5c2" providerId="LiveId" clId="{E420B942-D321-47AF-B9DC-51165C014265}" dt="2026-08-10T04:49:36.100" v="151" actId="20577"/>
          <ac:spMkLst>
            <pc:docMk/>
            <pc:sldMk cId="0" sldId="259"/>
            <ac:spMk id="17" creationId="{1685CE4B-42C6-A08B-318B-C9D16EFE0BE1}"/>
          </ac:spMkLst>
        </pc:spChg>
      </pc:sldChg>
      <pc:sldChg chg="addSp delSp modSp mod">
        <pc:chgData name="utpal das" userId="fcd3c5269f37b5c2" providerId="LiveId" clId="{E420B942-D321-47AF-B9DC-51165C014265}" dt="2026-08-10T05:11:18.605" v="424" actId="207"/>
        <pc:sldMkLst>
          <pc:docMk/>
          <pc:sldMk cId="0" sldId="260"/>
        </pc:sldMkLst>
        <pc:spChg chg="mod">
          <ac:chgData name="utpal das" userId="fcd3c5269f37b5c2" providerId="LiveId" clId="{E420B942-D321-47AF-B9DC-51165C014265}" dt="2026-08-10T04:50:52.497" v="165" actId="12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50:46.549" v="164" actId="478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1:18.605" v="424" actId="207"/>
          <ac:spMkLst>
            <pc:docMk/>
            <pc:sldMk cId="0" sldId="260"/>
            <ac:spMk id="6" creationId="{DB68EF25-962D-F50B-DBA9-5504F73EC988}"/>
          </ac:spMkLst>
        </pc:spChg>
      </pc:sldChg>
      <pc:sldChg chg="addSp delSp modSp mod">
        <pc:chgData name="utpal das" userId="fcd3c5269f37b5c2" providerId="LiveId" clId="{E420B942-D321-47AF-B9DC-51165C014265}" dt="2026-08-10T05:11:33.912" v="426" actId="207"/>
        <pc:sldMkLst>
          <pc:docMk/>
          <pc:sldMk cId="0" sldId="261"/>
        </pc:sldMkLst>
        <pc:spChg chg="add del mod">
          <ac:chgData name="utpal das" userId="fcd3c5269f37b5c2" providerId="LiveId" clId="{E420B942-D321-47AF-B9DC-51165C014265}" dt="2026-08-10T04:53:23.912" v="208" actId="12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52:54.983" v="179" actId="478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1:33.912" v="426" actId="207"/>
          <ac:spMkLst>
            <pc:docMk/>
            <pc:sldMk cId="0" sldId="261"/>
            <ac:spMk id="6" creationId="{3C2FC504-467B-CABB-858D-22BDF1AEEA75}"/>
          </ac:spMkLst>
        </pc:spChg>
        <pc:spChg chg="add mod">
          <ac:chgData name="utpal das" userId="fcd3c5269f37b5c2" providerId="LiveId" clId="{E420B942-D321-47AF-B9DC-51165C014265}" dt="2026-08-10T05:11:30.924" v="425" actId="207"/>
          <ac:spMkLst>
            <pc:docMk/>
            <pc:sldMk cId="0" sldId="261"/>
            <ac:spMk id="8" creationId="{E536282A-C54D-EDD8-ABFB-DB99C0071AE7}"/>
          </ac:spMkLst>
        </pc:spChg>
      </pc:sldChg>
      <pc:sldChg chg="addSp delSp modSp mod">
        <pc:chgData name="utpal das" userId="fcd3c5269f37b5c2" providerId="LiveId" clId="{E420B942-D321-47AF-B9DC-51165C014265}" dt="2026-08-10T04:57:38.332" v="294" actId="208"/>
        <pc:sldMkLst>
          <pc:docMk/>
          <pc:sldMk cId="0" sldId="262"/>
        </pc:sldMkLst>
        <pc:spChg chg="mod">
          <ac:chgData name="utpal das" userId="fcd3c5269f37b5c2" providerId="LiveId" clId="{E420B942-D321-47AF-B9DC-51165C014265}" dt="2026-08-10T04:56:29.565" v="281" actId="12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56:17.880" v="279" actId="478"/>
          <ac:spMkLst>
            <pc:docMk/>
            <pc:sldMk cId="0" sldId="262"/>
            <ac:spMk id="4" creationId="{00000000-0000-0000-0000-000000000000}"/>
          </ac:spMkLst>
        </pc:spChg>
        <pc:spChg chg="add del">
          <ac:chgData name="utpal das" userId="fcd3c5269f37b5c2" providerId="LiveId" clId="{E420B942-D321-47AF-B9DC-51165C014265}" dt="2026-08-10T04:55:59.184" v="270" actId="22"/>
          <ac:spMkLst>
            <pc:docMk/>
            <pc:sldMk cId="0" sldId="262"/>
            <ac:spMk id="6" creationId="{E9DB0D24-CF75-2059-C218-BE2E8125945B}"/>
          </ac:spMkLst>
        </pc:spChg>
        <pc:spChg chg="add mod">
          <ac:chgData name="utpal das" userId="fcd3c5269f37b5c2" providerId="LiveId" clId="{E420B942-D321-47AF-B9DC-51165C014265}" dt="2026-08-10T04:57:38.332" v="294" actId="208"/>
          <ac:spMkLst>
            <pc:docMk/>
            <pc:sldMk cId="0" sldId="262"/>
            <ac:spMk id="8" creationId="{99669AF7-6D86-4A6F-E2BC-42D0042BE3C3}"/>
          </ac:spMkLst>
        </pc:spChg>
        <pc:spChg chg="add mod">
          <ac:chgData name="utpal das" userId="fcd3c5269f37b5c2" providerId="LiveId" clId="{E420B942-D321-47AF-B9DC-51165C014265}" dt="2026-08-10T04:57:29.927" v="291" actId="14100"/>
          <ac:spMkLst>
            <pc:docMk/>
            <pc:sldMk cId="0" sldId="262"/>
            <ac:spMk id="10" creationId="{F479D8F8-D2A6-D942-127D-25E4E4D12795}"/>
          </ac:spMkLst>
        </pc:spChg>
      </pc:sldChg>
      <pc:sldChg chg="addSp delSp modSp mod">
        <pc:chgData name="utpal das" userId="fcd3c5269f37b5c2" providerId="LiveId" clId="{E420B942-D321-47AF-B9DC-51165C014265}" dt="2026-08-10T05:11:40.248" v="427" actId="207"/>
        <pc:sldMkLst>
          <pc:docMk/>
          <pc:sldMk cId="0" sldId="263"/>
        </pc:sldMkLst>
        <pc:spChg chg="mod">
          <ac:chgData name="utpal das" userId="fcd3c5269f37b5c2" providerId="LiveId" clId="{E420B942-D321-47AF-B9DC-51165C014265}" dt="2026-08-10T04:59:16.871" v="311" actId="11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4:58:58.108" v="309" actId="478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1:40.248" v="427" actId="207"/>
          <ac:spMkLst>
            <pc:docMk/>
            <pc:sldMk cId="0" sldId="263"/>
            <ac:spMk id="6" creationId="{821A45FE-5318-4AED-B246-84D4B9784670}"/>
          </ac:spMkLst>
        </pc:spChg>
      </pc:sldChg>
      <pc:sldChg chg="addSp delSp modSp mod">
        <pc:chgData name="utpal das" userId="fcd3c5269f37b5c2" providerId="LiveId" clId="{E420B942-D321-47AF-B9DC-51165C014265}" dt="2026-08-10T05:11:48.561" v="428" actId="207"/>
        <pc:sldMkLst>
          <pc:docMk/>
          <pc:sldMk cId="0" sldId="264"/>
        </pc:sldMkLst>
        <pc:spChg chg="mod">
          <ac:chgData name="utpal das" userId="fcd3c5269f37b5c2" providerId="LiveId" clId="{E420B942-D321-47AF-B9DC-51165C014265}" dt="2026-08-10T05:01:02.141" v="327" actId="113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5:00:30.155" v="320" actId="478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1:48.561" v="428" actId="207"/>
          <ac:spMkLst>
            <pc:docMk/>
            <pc:sldMk cId="0" sldId="264"/>
            <ac:spMk id="6" creationId="{150C8E4B-2D7B-E823-1C00-DA81F2EE2E09}"/>
          </ac:spMkLst>
        </pc:spChg>
        <pc:spChg chg="add mod">
          <ac:chgData name="utpal das" userId="fcd3c5269f37b5c2" providerId="LiveId" clId="{E420B942-D321-47AF-B9DC-51165C014265}" dt="2026-08-10T05:11:48.561" v="428" actId="207"/>
          <ac:spMkLst>
            <pc:docMk/>
            <pc:sldMk cId="0" sldId="264"/>
            <ac:spMk id="8" creationId="{29B1968A-F7B2-BA03-561B-CDB619FE257F}"/>
          </ac:spMkLst>
        </pc:spChg>
      </pc:sldChg>
      <pc:sldChg chg="addSp delSp modSp mod">
        <pc:chgData name="utpal das" userId="fcd3c5269f37b5c2" providerId="LiveId" clId="{E420B942-D321-47AF-B9DC-51165C014265}" dt="2026-08-10T05:12:30.042" v="433" actId="207"/>
        <pc:sldMkLst>
          <pc:docMk/>
          <pc:sldMk cId="0" sldId="265"/>
        </pc:sldMkLst>
        <pc:spChg chg="mod">
          <ac:chgData name="utpal das" userId="fcd3c5269f37b5c2" providerId="LiveId" clId="{E420B942-D321-47AF-B9DC-51165C014265}" dt="2026-08-10T05:03:59.506" v="360" actId="113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5:02:52.358" v="341" actId="478"/>
          <ac:spMkLst>
            <pc:docMk/>
            <pc:sldMk cId="0" sldId="265"/>
            <ac:spMk id="4" creationId="{00000000-0000-0000-0000-000000000000}"/>
          </ac:spMkLst>
        </pc:spChg>
        <pc:spChg chg="add del">
          <ac:chgData name="utpal das" userId="fcd3c5269f37b5c2" providerId="LiveId" clId="{E420B942-D321-47AF-B9DC-51165C014265}" dt="2026-08-10T05:03:04.831" v="344" actId="22"/>
          <ac:spMkLst>
            <pc:docMk/>
            <pc:sldMk cId="0" sldId="265"/>
            <ac:spMk id="6" creationId="{5505B73F-BB72-9705-D16F-150C5EFF2CAF}"/>
          </ac:spMkLst>
        </pc:spChg>
        <pc:spChg chg="add mod">
          <ac:chgData name="utpal das" userId="fcd3c5269f37b5c2" providerId="LiveId" clId="{E420B942-D321-47AF-B9DC-51165C014265}" dt="2026-08-10T05:12:30.042" v="433" actId="207"/>
          <ac:spMkLst>
            <pc:docMk/>
            <pc:sldMk cId="0" sldId="265"/>
            <ac:spMk id="8" creationId="{46B05ACB-2120-DF91-E5E2-E648C150155B}"/>
          </ac:spMkLst>
        </pc:spChg>
      </pc:sldChg>
      <pc:sldChg chg="addSp delSp modSp mod">
        <pc:chgData name="utpal das" userId="fcd3c5269f37b5c2" providerId="LiveId" clId="{E420B942-D321-47AF-B9DC-51165C014265}" dt="2026-08-10T05:12:06.380" v="431" actId="207"/>
        <pc:sldMkLst>
          <pc:docMk/>
          <pc:sldMk cId="0" sldId="266"/>
        </pc:sldMkLst>
        <pc:spChg chg="mod">
          <ac:chgData name="utpal das" userId="fcd3c5269f37b5c2" providerId="LiveId" clId="{E420B942-D321-47AF-B9DC-51165C014265}" dt="2026-08-10T05:05:26.990" v="378" actId="12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5:05:16.142" v="375" actId="478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2:06.380" v="431" actId="207"/>
          <ac:spMkLst>
            <pc:docMk/>
            <pc:sldMk cId="0" sldId="266"/>
            <ac:spMk id="6" creationId="{EB8CA395-FF08-7F7A-3401-8A2F39F4A25D}"/>
          </ac:spMkLst>
        </pc:spChg>
      </pc:sldChg>
      <pc:sldChg chg="del">
        <pc:chgData name="utpal das" userId="fcd3c5269f37b5c2" providerId="LiveId" clId="{E420B942-D321-47AF-B9DC-51165C014265}" dt="2026-08-10T05:06:19.100" v="379" actId="2696"/>
        <pc:sldMkLst>
          <pc:docMk/>
          <pc:sldMk cId="0" sldId="267"/>
        </pc:sldMkLst>
      </pc:sldChg>
      <pc:sldChg chg="modSp mod">
        <pc:chgData name="utpal das" userId="fcd3c5269f37b5c2" providerId="LiveId" clId="{E420B942-D321-47AF-B9DC-51165C014265}" dt="2026-08-10T05:07:17.518" v="394" actId="113"/>
        <pc:sldMkLst>
          <pc:docMk/>
          <pc:sldMk cId="0" sldId="268"/>
        </pc:sldMkLst>
        <pc:spChg chg="mod">
          <ac:chgData name="utpal das" userId="fcd3c5269f37b5c2" providerId="LiveId" clId="{E420B942-D321-47AF-B9DC-51165C014265}" dt="2026-08-10T05:06:54.828" v="390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utpal das" userId="fcd3c5269f37b5c2" providerId="LiveId" clId="{E420B942-D321-47AF-B9DC-51165C014265}" dt="2026-08-10T05:07:17.518" v="394" actId="113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utpal das" userId="fcd3c5269f37b5c2" providerId="LiveId" clId="{E420B942-D321-47AF-B9DC-51165C014265}" dt="2026-08-10T05:11:59.468" v="430" actId="207"/>
        <pc:sldMkLst>
          <pc:docMk/>
          <pc:sldMk cId="0" sldId="269"/>
        </pc:sldMkLst>
        <pc:spChg chg="mod">
          <ac:chgData name="utpal das" userId="fcd3c5269f37b5c2" providerId="LiveId" clId="{E420B942-D321-47AF-B9DC-51165C014265}" dt="2026-08-10T05:10:01.407" v="417" actId="12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utpal das" userId="fcd3c5269f37b5c2" providerId="LiveId" clId="{E420B942-D321-47AF-B9DC-51165C014265}" dt="2026-08-10T05:09:56.262" v="416" actId="478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utpal das" userId="fcd3c5269f37b5c2" providerId="LiveId" clId="{E420B942-D321-47AF-B9DC-51165C014265}" dt="2026-08-10T05:11:59.468" v="430" actId="207"/>
          <ac:spMkLst>
            <pc:docMk/>
            <pc:sldMk cId="0" sldId="269"/>
            <ac:spMk id="6" creationId="{06DA8D2C-DB90-2742-FDB0-7202366141F7}"/>
          </ac:spMkLst>
        </pc:spChg>
      </pc:sldChg>
      <pc:sldChg chg="del">
        <pc:chgData name="utpal das" userId="fcd3c5269f37b5c2" providerId="LiveId" clId="{E420B942-D321-47AF-B9DC-51165C014265}" dt="2026-08-10T05:07:48.131" v="395" actId="2696"/>
        <pc:sldMkLst>
          <pc:docMk/>
          <pc:sldMk cId="0" sldId="270"/>
        </pc:sldMkLst>
      </pc:sldChg>
      <pc:sldChg chg="modSp mod">
        <pc:chgData name="utpal das" userId="fcd3c5269f37b5c2" providerId="LiveId" clId="{E420B942-D321-47AF-B9DC-51165C014265}" dt="2026-08-10T05:08:38.988" v="398" actId="113"/>
        <pc:sldMkLst>
          <pc:docMk/>
          <pc:sldMk cId="0" sldId="271"/>
        </pc:sldMkLst>
        <pc:spChg chg="mod">
          <ac:chgData name="utpal das" userId="fcd3c5269f37b5c2" providerId="LiveId" clId="{E420B942-D321-47AF-B9DC-51165C014265}" dt="2026-08-10T05:08:38.988" v="398" actId="113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Short MATLAB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For students who already know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1. MATLAB vs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/>
              <a:t>MATLAB is designed around numerical computing, matrices, vectors and plotting.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D8011B-06BE-915C-3DBC-8F1483FE6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849510"/>
              </p:ext>
            </p:extLst>
          </p:nvPr>
        </p:nvGraphicFramePr>
        <p:xfrm>
          <a:off x="1965960" y="1965555"/>
          <a:ext cx="8229600" cy="36576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5273704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375800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45448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MATLAB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698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#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% 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59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print(x)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4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=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93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np.array([1,2,3])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[1 2 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 f(x):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 y = f(x)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395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i in range(5):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i = 1:5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68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if x &gt; 0: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if x &gt;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40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 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86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plt.plot(x,y)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plot(</a:t>
                      </a:r>
                      <a:r>
                        <a:rPr lang="en-IN" dirty="0" err="1"/>
                        <a:t>x,y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3522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254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Variable assignment is very similar to Python.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Use ; to suppress output in the Command Window.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5DA1F5-7C02-2E51-B0B6-DAB918DCD8F0}"/>
              </a:ext>
            </a:extLst>
          </p:cNvPr>
          <p:cNvSpPr txBox="1"/>
          <p:nvPr/>
        </p:nvSpPr>
        <p:spPr>
          <a:xfrm>
            <a:off x="3730113" y="2741546"/>
            <a:ext cx="3919384" cy="19184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dirty="0"/>
              <a:t>x = 10;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dirty="0"/>
              <a:t>y = 20;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dirty="0"/>
              <a:t>z = x + y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dirty="0"/>
              <a:t>x = 10;   % no output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dirty="0"/>
              <a:t>x = 10    % displays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Vectors and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9939921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Row vector: [1 2 3 4 5]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Column vector: [1; 2; 3; 4; 5]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Matrices use spaces between columns and semicolons between rows.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This is one of MATLAB's core strengths.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27541-ED74-0BE1-9801-8396D5A49D60}"/>
              </a:ext>
            </a:extLst>
          </p:cNvPr>
          <p:cNvSpPr txBox="1"/>
          <p:nvPr/>
        </p:nvSpPr>
        <p:spPr>
          <a:xfrm>
            <a:off x="1337187" y="4314223"/>
            <a:ext cx="3362632" cy="9797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= [1 2 3;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4 5 6;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7 8 9];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D8795-087E-8262-4C59-225BFB02E171}"/>
              </a:ext>
            </a:extLst>
          </p:cNvPr>
          <p:cNvSpPr txBox="1"/>
          <p:nvPr/>
        </p:nvSpPr>
        <p:spPr>
          <a:xfrm>
            <a:off x="6725264" y="3288385"/>
            <a:ext cx="3362632" cy="19184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import </a:t>
            </a:r>
            <a:r>
              <a:rPr lang="en-US" sz="1700" dirty="0" err="1">
                <a:solidFill>
                  <a:prstClr val="black"/>
                </a:solidFill>
                <a:latin typeface="Consolas"/>
              </a:rPr>
              <a:t>numpy</a:t>
            </a:r>
            <a:r>
              <a:rPr lang="en-US" sz="1700" dirty="0">
                <a:solidFill>
                  <a:prstClr val="black"/>
                </a:solidFill>
                <a:latin typeface="Consolas"/>
              </a:rPr>
              <a:t> as np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 A = </a:t>
            </a:r>
            <a:r>
              <a:rPr lang="en-US" sz="1700" dirty="0" err="1">
                <a:solidFill>
                  <a:prstClr val="black"/>
                </a:solidFill>
                <a:latin typeface="Consolas"/>
              </a:rPr>
              <a:t>np.array</a:t>
            </a:r>
            <a:r>
              <a:rPr lang="en-US" sz="1700" dirty="0">
                <a:solidFill>
                  <a:prstClr val="black"/>
                </a:solidFill>
                <a:latin typeface="Consolas"/>
              </a:rPr>
              <a:t>([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    [1,2,3],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    [4,5,6],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    [7,8,9]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>
                <a:solidFill>
                  <a:prstClr val="black"/>
                </a:solidFill>
                <a:latin typeface="Consolas"/>
              </a:rPr>
              <a:t>])</a:t>
            </a:r>
            <a:endParaRPr lang="en-IN" sz="17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1A08C-BEEA-D216-2456-5D71A31943D0}"/>
              </a:ext>
            </a:extLst>
          </p:cNvPr>
          <p:cNvSpPr txBox="1"/>
          <p:nvPr/>
        </p:nvSpPr>
        <p:spPr>
          <a:xfrm>
            <a:off x="1337187" y="3440116"/>
            <a:ext cx="3362632" cy="6668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 = [1 2 3 4 5];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 = [1; 2; 3; 4; 5];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BFF77E-C7EE-F209-F189-D73FE7E13F9E}"/>
              </a:ext>
            </a:extLst>
          </p:cNvPr>
          <p:cNvSpPr txBox="1"/>
          <p:nvPr/>
        </p:nvSpPr>
        <p:spPr>
          <a:xfrm>
            <a:off x="8062451" y="5345668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Python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5CE4B-42C6-A08B-318B-C9D16EFE0BE1}"/>
              </a:ext>
            </a:extLst>
          </p:cNvPr>
          <p:cNvSpPr txBox="1"/>
          <p:nvPr/>
        </p:nvSpPr>
        <p:spPr>
          <a:xfrm>
            <a:off x="2295831" y="5347504"/>
            <a:ext cx="87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Matlab</a:t>
            </a:r>
            <a:endParaRPr lang="en-IN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Indexing — Important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Python starts indexing at 0.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MATLAB starts indexing at 1.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Remember this difference when moving between Python and MATLAB.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8EF25-962D-F50B-DBA9-5504F73EC988}"/>
              </a:ext>
            </a:extLst>
          </p:cNvPr>
          <p:cNvSpPr txBox="1"/>
          <p:nvPr/>
        </p:nvSpPr>
        <p:spPr>
          <a:xfrm>
            <a:off x="4129548" y="3356261"/>
            <a:ext cx="3048000" cy="16055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x = [10 20 30 40 50];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en-IN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x(1)    % 10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x(2)    % 20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x(5)    %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Creating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9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MATLAB uses the colon operator : to create sequences</a:t>
            </a:r>
            <a:r>
              <a:rPr lang="en-IN" dirty="0"/>
              <a:t> instead of range() function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 err="1"/>
              <a:t>start:step:end</a:t>
            </a:r>
            <a:endParaRPr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This is a very common MATLAB pattern.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FC504-467B-CABB-858D-22BDF1AEEA75}"/>
              </a:ext>
            </a:extLst>
          </p:cNvPr>
          <p:cNvSpPr txBox="1"/>
          <p:nvPr/>
        </p:nvSpPr>
        <p:spPr>
          <a:xfrm>
            <a:off x="7315200" y="3145903"/>
            <a:ext cx="1868130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y=0:2:10</a:t>
            </a:r>
          </a:p>
          <a:p>
            <a:endParaRPr lang="en-US" dirty="0"/>
          </a:p>
          <a:p>
            <a:r>
              <a:rPr lang="en-US" dirty="0"/>
              <a:t>Result:</a:t>
            </a:r>
          </a:p>
          <a:p>
            <a:r>
              <a:rPr lang="en-US" dirty="0"/>
              <a:t>0  2  4  6  8  10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6282A-C54D-EDD8-ABFB-DB99C0071AE7}"/>
              </a:ext>
            </a:extLst>
          </p:cNvPr>
          <p:cNvSpPr txBox="1"/>
          <p:nvPr/>
        </p:nvSpPr>
        <p:spPr>
          <a:xfrm>
            <a:off x="2536722" y="3145902"/>
            <a:ext cx="1553497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/>
              <a:t>x=1:5</a:t>
            </a:r>
          </a:p>
          <a:p>
            <a:endParaRPr lang="en-US" sz="1800" dirty="0"/>
          </a:p>
          <a:p>
            <a:r>
              <a:rPr lang="en-US" sz="1800" dirty="0"/>
              <a:t>Result:</a:t>
            </a:r>
          </a:p>
          <a:p>
            <a:r>
              <a:rPr lang="en-US" sz="1800" dirty="0"/>
              <a:t>1 2 3 4 5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Basic Operations &amp; Element-wise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918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Scalar operations: +, -, *, /, ^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For element-by-element array operations use .*, ./ and .^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dot is important when working element-wise.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69AF7-6D86-4A6F-E2BC-42D0042BE3C3}"/>
              </a:ext>
            </a:extLst>
          </p:cNvPr>
          <p:cNvSpPr txBox="1"/>
          <p:nvPr/>
        </p:nvSpPr>
        <p:spPr>
          <a:xfrm>
            <a:off x="1612490" y="3287143"/>
            <a:ext cx="2792362" cy="1605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= 10;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 = 3;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+ 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* 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700">
                <a:latin typeface="Consolas"/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a^2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9D8F8-D2A6-D942-127D-25E4E4D12795}"/>
              </a:ext>
            </a:extLst>
          </p:cNvPr>
          <p:cNvSpPr txBox="1"/>
          <p:nvPr/>
        </p:nvSpPr>
        <p:spPr>
          <a:xfrm>
            <a:off x="6695767" y="3020404"/>
            <a:ext cx="2792362" cy="2139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A = [1 2 3];</a:t>
            </a:r>
          </a:p>
          <a:p>
            <a:r>
              <a:rPr lang="pt-BR" dirty="0"/>
              <a:t>B = [4 5 6];</a:t>
            </a:r>
          </a:p>
          <a:p>
            <a:endParaRPr lang="pt-BR" dirty="0"/>
          </a:p>
          <a:p>
            <a:pPr lvl="0">
              <a:spcAft>
                <a:spcPts val="400"/>
              </a:spcAft>
              <a:defRPr sz="1700">
                <a:latin typeface="Consolas"/>
              </a:defRPr>
            </a:pPr>
            <a:r>
              <a:rPr lang="pt-BR" dirty="0">
                <a:solidFill>
                  <a:prstClr val="black"/>
                </a:solidFill>
                <a:latin typeface="Consolas"/>
              </a:rPr>
              <a:t>A .* B</a:t>
            </a:r>
          </a:p>
          <a:p>
            <a:pPr lvl="0">
              <a:spcAft>
                <a:spcPts val="400"/>
              </a:spcAft>
              <a:defRPr sz="1700">
                <a:latin typeface="Consolas"/>
              </a:defRPr>
            </a:pPr>
            <a:r>
              <a:rPr lang="pt-BR" dirty="0">
                <a:solidFill>
                  <a:prstClr val="black"/>
                </a:solidFill>
                <a:latin typeface="Consolas"/>
              </a:rPr>
              <a:t>A ./ B</a:t>
            </a:r>
          </a:p>
          <a:p>
            <a:pPr lvl="0">
              <a:spcAft>
                <a:spcPts val="400"/>
              </a:spcAft>
              <a:defRPr sz="1700">
                <a:latin typeface="Consolas"/>
              </a:defRPr>
            </a:pPr>
            <a:r>
              <a:rPr lang="pt-BR" dirty="0">
                <a:solidFill>
                  <a:prstClr val="black"/>
                </a:solidFill>
                <a:latin typeface="Consolas"/>
              </a:rPr>
              <a:t>A .^ 2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293883" cy="833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MATLAB uses </a:t>
            </a:r>
            <a:r>
              <a:rPr b="1" dirty="0"/>
              <a:t>end</a:t>
            </a:r>
            <a:r>
              <a:rPr dirty="0"/>
              <a:t> to close an if block.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Indentation improves readability, but end defines the block.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A45FE-5318-4AED-B246-84D4B9784670}"/>
              </a:ext>
            </a:extLst>
          </p:cNvPr>
          <p:cNvSpPr txBox="1"/>
          <p:nvPr/>
        </p:nvSpPr>
        <p:spPr>
          <a:xfrm>
            <a:off x="4404852" y="3258008"/>
            <a:ext cx="2841523" cy="16055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if x &gt; 10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    </a:t>
            </a:r>
            <a:r>
              <a:rPr lang="en-US" sz="1700" dirty="0" err="1"/>
              <a:t>disp</a:t>
            </a:r>
            <a:r>
              <a:rPr lang="en-US" sz="1700" dirty="0"/>
              <a:t>("Large")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else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    </a:t>
            </a:r>
            <a:r>
              <a:rPr lang="en-US" sz="1700" dirty="0" err="1"/>
              <a:t>disp</a:t>
            </a:r>
            <a:r>
              <a:rPr lang="en-US" sz="1700" dirty="0"/>
              <a:t>("Small")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for and 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/>
              <a:t>for</a:t>
            </a:r>
            <a:r>
              <a:rPr dirty="0"/>
              <a:t> loops commonly use a MATLAB sequence.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b="1" dirty="0"/>
              <a:t>while</a:t>
            </a:r>
            <a:r>
              <a:rPr dirty="0"/>
              <a:t> loops continue while a condition is true.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C8E4B-2D7B-E823-1C00-DA81F2EE2E09}"/>
              </a:ext>
            </a:extLst>
          </p:cNvPr>
          <p:cNvSpPr txBox="1"/>
          <p:nvPr/>
        </p:nvSpPr>
        <p:spPr>
          <a:xfrm>
            <a:off x="2517057" y="3328500"/>
            <a:ext cx="1907459" cy="129266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for i = 1:5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    disp(i)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end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da-DK" sz="1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1968A-F7B2-BA03-561B-CDB619FE257F}"/>
              </a:ext>
            </a:extLst>
          </p:cNvPr>
          <p:cNvSpPr txBox="1"/>
          <p:nvPr/>
        </p:nvSpPr>
        <p:spPr>
          <a:xfrm>
            <a:off x="6823586" y="3172047"/>
            <a:ext cx="2330246" cy="16055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i = 1;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while i &lt;= 5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    disp(i)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    i = i + 1;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da-DK" sz="1700" dirty="0"/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3332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MATLAB functions are usually saved in </a:t>
            </a:r>
            <a:r>
              <a:rPr b="1" dirty="0"/>
              <a:t>.m</a:t>
            </a:r>
            <a:r>
              <a:rPr dirty="0"/>
              <a:t> files.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The output variable is specified in the function declaration.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05ACB-2120-DF91-E5E2-E648C150155B}"/>
              </a:ext>
            </a:extLst>
          </p:cNvPr>
          <p:cNvSpPr txBox="1"/>
          <p:nvPr/>
        </p:nvSpPr>
        <p:spPr>
          <a:xfrm>
            <a:off x="2679536" y="2777884"/>
            <a:ext cx="6528619" cy="22313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function y = square(x)   </a:t>
            </a:r>
            <a:r>
              <a:rPr lang="en-US" sz="1700" dirty="0">
                <a:solidFill>
                  <a:srgbClr val="00B050"/>
                </a:solidFill>
              </a:rPr>
              <a:t>% Save as: </a:t>
            </a:r>
            <a:r>
              <a:rPr lang="en-US" sz="1700" dirty="0" err="1">
                <a:solidFill>
                  <a:srgbClr val="00B050"/>
                </a:solidFill>
              </a:rPr>
              <a:t>square.m</a:t>
            </a:r>
            <a:endParaRPr lang="en-US" sz="1700" dirty="0">
              <a:solidFill>
                <a:srgbClr val="00B050"/>
              </a:solidFill>
            </a:endParaRP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en-US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    y = x^2;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en-US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end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en-US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US" sz="1700" dirty="0"/>
              <a:t>square(5)    %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Plotting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Plotting is built directly into MATLAB.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Use </a:t>
            </a:r>
            <a:r>
              <a:rPr dirty="0" err="1"/>
              <a:t>xlabel</a:t>
            </a:r>
            <a:r>
              <a:rPr dirty="0"/>
              <a:t>, </a:t>
            </a:r>
            <a:r>
              <a:rPr dirty="0" err="1"/>
              <a:t>ylabel</a:t>
            </a:r>
            <a:r>
              <a:rPr dirty="0"/>
              <a:t>, title and grid on to make plots clear.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CA395-FF08-7F7A-3401-8A2F39F4A25D}"/>
              </a:ext>
            </a:extLst>
          </p:cNvPr>
          <p:cNvSpPr txBox="1"/>
          <p:nvPr/>
        </p:nvSpPr>
        <p:spPr>
          <a:xfrm>
            <a:off x="4513006" y="2945896"/>
            <a:ext cx="3126659" cy="25442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x = 0:0.01:10;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y = sin(x);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en-IN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plot(</a:t>
            </a:r>
            <a:r>
              <a:rPr lang="en-IN" sz="1700" dirty="0" err="1"/>
              <a:t>x,y</a:t>
            </a:r>
            <a:r>
              <a:rPr lang="en-IN" sz="1700" dirty="0"/>
              <a:t>);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 err="1"/>
              <a:t>xlabel</a:t>
            </a:r>
            <a:r>
              <a:rPr lang="en-IN" sz="1700" dirty="0"/>
              <a:t>('Time');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 err="1"/>
              <a:t>ylabel</a:t>
            </a:r>
            <a:r>
              <a:rPr lang="en-IN" sz="1700" dirty="0"/>
              <a:t>('Amplitude');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title('Sine Wave');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en-IN" sz="1700" dirty="0"/>
              <a:t>grid on;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843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12. </a:t>
            </a:r>
            <a:r>
              <a:rPr lang="en-IN" dirty="0"/>
              <a:t>Some </a:t>
            </a:r>
            <a:r>
              <a:rPr dirty="0"/>
              <a:t>Useful MATLAB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b="1" dirty="0" err="1"/>
              <a:t>clc</a:t>
            </a:r>
            <a:r>
              <a:rPr b="1" dirty="0"/>
              <a:t> </a:t>
            </a:r>
            <a:r>
              <a:rPr dirty="0"/>
              <a:t>— clear Command Window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/>
              <a:t>clear</a:t>
            </a:r>
            <a:r>
              <a:rPr dirty="0"/>
              <a:t> — remove variables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/>
              <a:t>close all </a:t>
            </a:r>
            <a:r>
              <a:rPr dirty="0"/>
              <a:t>— close figure windows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/>
              <a:t>size(A) </a:t>
            </a:r>
            <a:r>
              <a:rPr dirty="0"/>
              <a:t>— matrix dimensions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/>
              <a:t>length(x)</a:t>
            </a:r>
            <a:r>
              <a:rPr dirty="0"/>
              <a:t> — vector length</a:t>
            </a:r>
          </a:p>
          <a:p>
            <a:pPr>
              <a:spcAft>
                <a:spcPts val="1200"/>
              </a:spcAft>
              <a:defRPr sz="1900"/>
            </a:pPr>
            <a:r>
              <a:rPr b="1" dirty="0"/>
              <a:t>zeros()</a:t>
            </a:r>
            <a:r>
              <a:rPr dirty="0"/>
              <a:t>, </a:t>
            </a:r>
            <a:r>
              <a:rPr b="1" dirty="0"/>
              <a:t>ones()</a:t>
            </a:r>
            <a:r>
              <a:rPr dirty="0"/>
              <a:t>, </a:t>
            </a:r>
            <a:r>
              <a:rPr b="1" dirty="0"/>
              <a:t>eye() </a:t>
            </a:r>
            <a:r>
              <a:rPr dirty="0"/>
              <a:t>— create common matrices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MATLAB's Biggest Strength: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MATLAB was built around matrix mathematics.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 * B performs matrix multiplication.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A .* B performs element-wise multiplication.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A8D2C-DB90-2742-FDB0-7202366141F7}"/>
              </a:ext>
            </a:extLst>
          </p:cNvPr>
          <p:cNvSpPr txBox="1"/>
          <p:nvPr/>
        </p:nvSpPr>
        <p:spPr>
          <a:xfrm>
            <a:off x="2987040" y="3000682"/>
            <a:ext cx="6096000" cy="28571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A = [1 2;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     3 4];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pt-BR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B = [5 6;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     7 8];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pt-BR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C = A * B;</a:t>
            </a:r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endParaRPr lang="pt-BR" sz="1700" dirty="0"/>
          </a:p>
          <a:p>
            <a:pPr>
              <a:spcAft>
                <a:spcPts val="400"/>
              </a:spcAft>
              <a:defRPr sz="1700">
                <a:latin typeface="Consolas"/>
              </a:defRPr>
            </a:pPr>
            <a:r>
              <a:rPr lang="pt-BR" sz="1700" dirty="0"/>
              <a:t>C = A .* B;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MATLAB Mindset for Python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60755"/>
            <a:ext cx="1069848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Think of MATLAB as a numerical-computing environment with matrix operations and plotting built in.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If you know </a:t>
            </a:r>
            <a:r>
              <a:rPr b="1" dirty="0"/>
              <a:t>Python + NumPy + Matplotlib</a:t>
            </a:r>
            <a:r>
              <a:rPr dirty="0"/>
              <a:t>, the transition is relatively quick.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Focus on MATLAB's vectorized style instead of translating every Python loop literally.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dirty="0"/>
              <a:t>Learn through small engineering programs rather than syntax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821</Words>
  <Application>Microsoft Office PowerPoint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utpal das</cp:lastModifiedBy>
  <cp:revision>1</cp:revision>
  <dcterms:created xsi:type="dcterms:W3CDTF">2013-01-27T09:14:16Z</dcterms:created>
  <dcterms:modified xsi:type="dcterms:W3CDTF">2026-08-10T05:12:36Z</dcterms:modified>
  <cp:category/>
</cp:coreProperties>
</file>